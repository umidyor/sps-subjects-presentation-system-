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0287000" cy="1828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5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37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c7-d482-80aa-8000-0000a4d7e74a.png?kimi-sig=_A0pnn9Wjzdl-gTjHAuFyeiMQnFvabpjL5hEf8nu-X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865" y="5684619"/>
            <a:ext cx="2753109" cy="142894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9802">
            <a:off x="7057760" y="6639963"/>
            <a:ext cx="2753109" cy="142894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837" y="5661021"/>
            <a:ext cx="1981477" cy="160042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0765" y="5633725"/>
            <a:ext cx="1981477" cy="160042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5798" y="5592782"/>
            <a:ext cx="1981477" cy="160042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550" y="6343409"/>
            <a:ext cx="1981477" cy="160042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1275" y="7032359"/>
            <a:ext cx="847843" cy="476316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6992" y="5833390"/>
            <a:ext cx="847843" cy="47631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1016" y="5819742"/>
            <a:ext cx="847843" cy="47631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5983" y="5751503"/>
            <a:ext cx="847843" cy="476316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0007" y="5765151"/>
            <a:ext cx="847843" cy="476316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8496" y="5860685"/>
            <a:ext cx="847843" cy="476316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2520" y="5751503"/>
            <a:ext cx="847843" cy="476316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2520" y="6106345"/>
            <a:ext cx="847843" cy="476316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0132" y="6051754"/>
            <a:ext cx="847843" cy="476316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4096" y="6133641"/>
            <a:ext cx="847843" cy="476316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8060" y="6147288"/>
            <a:ext cx="847843" cy="476316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1457" y="6147288"/>
            <a:ext cx="847843" cy="476316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9198" y="7032359"/>
            <a:ext cx="847843" cy="476316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3914" y="6718460"/>
            <a:ext cx="847843" cy="476316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0643" y="6977768"/>
            <a:ext cx="847843" cy="476316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1962" y="7318962"/>
            <a:ext cx="847843" cy="476316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26553" y="7032359"/>
            <a:ext cx="847843" cy="476316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40201" y="6718460"/>
            <a:ext cx="847843" cy="476316"/>
          </a:xfrm>
          <a:prstGeom prst="rect">
            <a:avLst/>
          </a:prstGeom>
        </p:spPr>
      </p:pic>
      <p:pic>
        <p:nvPicPr>
          <p:cNvPr id="27" name="Рисунок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89825" y="6704813"/>
            <a:ext cx="847843" cy="476316"/>
          </a:xfrm>
          <a:prstGeom prst="rect">
            <a:avLst/>
          </a:prstGeom>
        </p:spPr>
      </p:pic>
      <p:pic>
        <p:nvPicPr>
          <p:cNvPr id="28" name="Рисунок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4792" y="7250723"/>
            <a:ext cx="847843" cy="4763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cd-36d2-8100-8000-00008615701c.png?kimi-sig=UtOevbbJO8547WwzUD9m8kFbp3AK4MWSbWb1iGw_J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cd-1052-8a63-8000-0000529d7557.png?kimi-sig=KgG7NVJj3kGh78JFfJvkr2U2MZDF2MHKvpo_cZ_3c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cc-6412-89f3-8000-0000a7eed270.png?kimi-sig=IEvzMZsjMW1uwpQIkX0Gmqqz-ajiGqXbMZ-6k5dOwK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cc-db92-86ad-8000-00002020d284.png?kimi-sig=NPxN_Ex7s1lsWKbtzk8mqUJvrAJDTJlDXv0pmk4T_R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cd-e602-8f39-8000-00009c5c6b6b.png?kimi-sig=pi2FrcHew3WL1Pwe2yj1fA_ijj1gf2nhd-UhcnhaUc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3-22b2-88e2-8000-000079aec1b7.png?kimi-sig=Zv4MJRc7o4o0UzLYqwfr3rReoSfG91Y1oKf-FaqdrO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3-26e2-8f70-8000-00007c21bbd2.png?kimi-sig=wDHO3g_Dc4LxQRyVuxU_bKuHFsp26Mo5zf9Sb2fFm1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4-6502-88a5-8000-0000232957e0.png?kimi-sig=ESAfZu9HsHDBIfSX0cT7cLV4XUV0b6DSb5RAInYwlsQ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4-4f12-800b-8000-000074308ae0.png?kimi-sig=O47HxhJws4_IKo9WUSlBj8mEK7h51UkMndL2M9dPqN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3-0462-88fa-8000-0000ce0e260b.png?kimi-sig=BXVR11NCqAx9Q0cTa1z-1uzyAv20--qaGDFouyezqV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9-9cd2-8a69-8000-0000cd50c145.png?kimi-sig=XnUmXC-nXijvt4pMgHjC4sIqFDF-uHkpXauaVm7n6Y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8-7492-8334-8000-000094fcc40e.png?kimi-sig=1S8CJmfJStCqR1nebcsk46n-YikwOjov965w7S52S6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9-5972-81e4-8000-000082c4b8ab.png?kimi-sig=aFqXPo3czc8yOkrL-v-npI7gfrQTNoTTEihsqlbkjS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b8f2df-2692-895e-8000-00001c9411fb.png?kimi-sig=GOrgrcIFNy1SDS0_4dBoHa8X-9HeSE1K5msPjsTWao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</Words>
  <Application>Microsoft Office PowerPoint</Application>
  <PresentationFormat>Произвольный</PresentationFormat>
  <Paragraphs>15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8" baseType="lpstr">
      <vt:lpstr>Arial</vt:lpstr>
      <vt:lpstr>Calibri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Jamiyat falsafasi: tarz va munosabatlar</dc:title>
  <dc:subject>Jamiyat falsafasi: tarz va munosabatlar</dc:subject>
  <dc:creator>Kimi</dc:creator>
  <cp:lastModifiedBy>User</cp:lastModifiedBy>
  <cp:revision>2</cp:revision>
  <dcterms:created xsi:type="dcterms:W3CDTF">2026-01-05T17:22:54Z</dcterms:created>
  <dcterms:modified xsi:type="dcterms:W3CDTF">2026-01-05T17:31:19Z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{"Label":"Jamiyat falsafasi: tarz va munosabatlar","ContentProducer":"001191110108MACG2KBH8F10000","ProduceID":"19b8f2c1-f0a2-8a9e-8000-0000769bb017","ReservedCode1":"","ContentPropagator":"001191110108MACG2KBH8F20000","PropagateID":"19b8f2c1-f0a2-8a9e-80</vt:lpwstr>
  </property>
</Properties>
</file>