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874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3525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56c-5c42-8dcc-8000-0000c109c6f0.png?kimi-sig=gyASc_acJ8dQTQ4hlru7bJErlwbBPz81nmKLtgIWbZ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3182" y="7501823"/>
            <a:ext cx="5080857" cy="170313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8039" y="3254173"/>
            <a:ext cx="11673841" cy="99347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571-a782-854c-8000-0000208e68a7.png?kimi-sig=L7yNh-Cf0J9Ga-W-WScMN6uN2faqu5KEgy6ruWdQy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572-4e12-832f-8000-0000c82a0207.png?kimi-sig=8y7ShYPMZiYCLD5w363ElTbcpXhCpKK-SuuxaTFXPY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572-2752-8b1d-8000-0000a201c709.png?kimi-sig=DIoRAaXJWdmnGqhjHawJYH74O4s2GWQQ2as1utyqX8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570-f012-8651-8000-000057818cf6.png?kimi-sig=eZFjCgoxJriCOkjAH0HVOGKQp9Ql96g4_5VNZ9keBh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571-2e52-851f-8000-0000c7349acb.png?kimi-sig=g2cl6JNO21Q9p6p3RdJDLRAjHLDrBGjuyAAlHV3rj4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577-3fa2-804f-8000-00009eedc93b.png?kimi-sig=hVs5lSj3MQ8mfD8dF1ScSqpxieDPjjITWQaQVDq2WB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576-ae82-89c3-8000-0000cb57a417.png?kimi-sig=BLANcPhRfrO1-zszRMr_RkwSDip2ZPkVyBRLhQGuKH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576-a292-8f30-8000-00005a475b20.png?kimi-sig=DvWpmouwlIGSp6RhXA9Z09hlo8UK18VhTU9UqNNtyl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576-61b2-8f8f-8000-0000c6e7f8d1.png?kimi-sig=g57_s2m7LekL-rJKeVCgNW13TK7ezneQ5FuIdbivp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577-5af2-815a-8000-0000f103a490.png?kimi-sig=qPp70q9pZi1eAtycnkUCp8u2pHd6ArlPHPAbiKglbK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57c-09e2-8c53-8000-0000454b5d5d.png?kimi-sig=Ew-2eeNTR4LhXRPkj5dJyKkqOCyv7yMmlcfVCLupV4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57c-9fe2-86d3-8000-00001604bd09.png?kimi-sig=Z0ZirPbRVK94Fq93QnsP4fp-J_RVQU3YJUpgYOv55i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57c-3392-8478-8000-0000bd574477.png?kimi-sig=8WEmT-De7YZKCwxmYMWKDo0_6TjqZCaF8tMkRxd4vf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57c-2c92-8f86-8000-000018edf03c.png?kimi-sig=CdEUP_hOPlZY39OYAsOZd3n67B-IJvA9sdgVQf8b4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Office PowerPoint</Application>
  <PresentationFormat>Произвольный</PresentationFormat>
  <Paragraphs>15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Sharq falsafasi: mohiyati va ijtimoiy taraqqiyotdagi roli</dc:title>
  <dc:subject>Sharq falsafasi: mohiyati va ijtimoiy taraqqiyotdagi roli</dc:subject>
  <dc:creator>Kimi</dc:creator>
  <cp:lastModifiedBy>User</cp:lastModifiedBy>
  <cp:revision>3</cp:revision>
  <dcterms:created xsi:type="dcterms:W3CDTF">2026-01-05T18:09:04Z</dcterms:created>
  <dcterms:modified xsi:type="dcterms:W3CDTF">2026-01-05T18:13:13Z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{"Label":"Sharq falsafasi: mohiyati va ijtimoiy taraqqiyotdagi roli","ContentProducer":"001191110108MACG2KBH8F10000","ProduceID":"19b8f566-7b22-805b-8000-00007257a006","ReservedCode1":"","ContentPropagator":"001191110108MACG2KBH8F20000","PropagateID":"19b</vt:lpwstr>
  </property>
</Properties>
</file>