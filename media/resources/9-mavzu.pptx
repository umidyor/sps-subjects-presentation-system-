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58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8-c412-8ce7-8000-000001c750e2.png?kimi-sig=QQ5IXDhMcPAxbq91MKZuJhSXLLLEZveF_g3PmFJBYPU"/>
          <p:cNvPicPr>
            <a:picLocks noChangeAspect="1"/>
          </p:cNvPicPr>
          <p:nvPr/>
        </p:nvPicPr>
        <p:blipFill rotWithShape="1">
          <a:blip r:embed="rId3"/>
          <a:srcRect l="8818" t="-239" r="6000" b="26815"/>
          <a:stretch/>
        </p:blipFill>
        <p:spPr>
          <a:xfrm>
            <a:off x="0" y="-3048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d-fac2-88aa-8000-0000e6e125df.png?kimi-sig=KYB1Gt87b9xZnjJdePBQAaLVW-g0Dpt7MrmfKOU9vf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e-5ed2-88f4-8000-000004805ead.png?kimi-sig=enm2C-8oKEN5Y_QBnV8okngX_Go2mtHC9fFFLH60sp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d-fbf2-8a94-8000-000085ce0896.png?kimi-sig=pHHRB5XbknDQByEDV-a12DY4pPUXZynBzW1iIGR0c7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e-2092-857c-8000-0000004ea6e9.png?kimi-sig=SHH9Vx3jwjRL4L4KS5r6Cj-toPd0A-GWjV_L_lTRlJ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ef-3cb2-8ca1-8000-0000821d58c4.png?kimi-sig=ItoF3CrEJb6mvUjYLB3-76xiQwW8qNpUH-SstdIY0G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f4-74d2-8724-8000-000071bb41d2.png?kimi-sig=sg44ZNJFH98TFFU3DMVpHljSYUo4xwsZ2-s6UGLRrv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301-66d2-8baf-8000-000022315f3f.png?kimi-sig=6_LnJPfJx3iLiB4XSPSzajFcH4GWe4rrO4dGfddXpz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f4-95e2-8369-8000-00000208debe.png?kimi-sig=sdBTyza-mjYzOllU7za5t3Wmj83CNNdxprPBubT2Ff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f4-9ae2-831d-8000-000060d3f657.png?kimi-sig=TBlHxL_CsfvMK5id34xePsT6FR2Qy68KFXj0a7K3aJ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f4-1932-8da7-8000-00003c78b38c.png?kimi-sig=sA1I0BxKfjIjRyaNa8L5EIlk2tJP2IPxbidLBoj7-q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306-5712-8f5b-8000-0000a83db8f5.png?kimi-sig=MooX8fTHh7i-mZQ-5dA8Cc5iQkaYYdbXE8rlyPJT2E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306-56a2-8729-8000-0000d689169c.png?kimi-sig=fgtvrmbv52nfX2WX-tk2T3BrbV2GdFzftt3Q8fdSlx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307-0442-8648-8000-0000543d0aed.png?kimi-sig=rI9kB-SL3sap91Eugzni3LMIdosHUtTlPO0tmTa4hB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30d-51b2-8ad0-8000-0000bc068a9a.png?kimi-sig=DeLUyHKdYNElHiy8AXYKQPFWFCGBE4mJTV7JW48lf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Произвольный</PresentationFormat>
  <Paragraphs>15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Tarix falsafasi, sivilizatsiya va madaniyat</dc:title>
  <dc:subject>Tarix falsafasi, sivilizatsiya va madaniyat</dc:subject>
  <dc:creator>Kimi</dc:creator>
  <cp:lastModifiedBy>User</cp:lastModifiedBy>
  <cp:revision>2</cp:revision>
  <dcterms:created xsi:type="dcterms:W3CDTF">2026-01-05T17:26:04Z</dcterms:created>
  <dcterms:modified xsi:type="dcterms:W3CDTF">2026-01-05T17:35:48Z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{"Label":"Tarix falsafasi, sivilizatsiya va madaniyat","ContentProducer":"001191110108MACG2KBH8F10000","ProduceID":"19b8f2e4-a452-828e-8000-000039ffbb3b","ReservedCode1":"","ContentPropagator":"001191110108MACG2KBH8F20000","PropagateID":"19b8f2e4-a452-828</vt:lpwstr>
  </property>
</Properties>
</file>